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nor Beaton" userId="e4f10ab723b0bde1" providerId="LiveId" clId="{368ACD27-F193-478B-AE55-3FE472970B38}"/>
    <pc:docChg chg="undo custSel addSld modSld">
      <pc:chgData name="Connor Beaton" userId="e4f10ab723b0bde1" providerId="LiveId" clId="{368ACD27-F193-478B-AE55-3FE472970B38}" dt="2025-09-26T22:42:26.813" v="2362" actId="20577"/>
      <pc:docMkLst>
        <pc:docMk/>
      </pc:docMkLst>
      <pc:sldChg chg="modSp mod">
        <pc:chgData name="Connor Beaton" userId="e4f10ab723b0bde1" providerId="LiveId" clId="{368ACD27-F193-478B-AE55-3FE472970B38}" dt="2025-09-26T22:42:26.813" v="2362" actId="20577"/>
        <pc:sldMkLst>
          <pc:docMk/>
          <pc:sldMk cId="0" sldId="256"/>
        </pc:sldMkLst>
        <pc:spChg chg="mod">
          <ac:chgData name="Connor Beaton" userId="e4f10ab723b0bde1" providerId="LiveId" clId="{368ACD27-F193-478B-AE55-3FE472970B38}" dt="2025-09-26T22:42:26.813" v="236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Connor Beaton" userId="e4f10ab723b0bde1" providerId="LiveId" clId="{368ACD27-F193-478B-AE55-3FE472970B38}" dt="2025-09-26T22:26:09.492" v="49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Connor Beaton" userId="e4f10ab723b0bde1" providerId="LiveId" clId="{368ACD27-F193-478B-AE55-3FE472970B38}" dt="2025-09-26T22:41:22.400" v="2269" actId="20577"/>
        <pc:sldMkLst>
          <pc:docMk/>
          <pc:sldMk cId="0" sldId="257"/>
        </pc:sldMkLst>
        <pc:spChg chg="mod">
          <ac:chgData name="Connor Beaton" userId="e4f10ab723b0bde1" providerId="LiveId" clId="{368ACD27-F193-478B-AE55-3FE472970B38}" dt="2025-09-26T22:41:22.400" v="2269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Connor Beaton" userId="e4f10ab723b0bde1" providerId="LiveId" clId="{368ACD27-F193-478B-AE55-3FE472970B38}" dt="2025-09-26T22:39:41.166" v="1933" actId="20577"/>
        <pc:sldMkLst>
          <pc:docMk/>
          <pc:sldMk cId="0" sldId="258"/>
        </pc:sldMkLst>
        <pc:spChg chg="mod">
          <ac:chgData name="Connor Beaton" userId="e4f10ab723b0bde1" providerId="LiveId" clId="{368ACD27-F193-478B-AE55-3FE472970B38}" dt="2025-09-26T22:39:41.166" v="1933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Connor Beaton" userId="e4f10ab723b0bde1" providerId="LiveId" clId="{368ACD27-F193-478B-AE55-3FE472970B38}" dt="2025-09-26T22:40:15.526" v="1970" actId="20577"/>
        <pc:sldMkLst>
          <pc:docMk/>
          <pc:sldMk cId="0" sldId="259"/>
        </pc:sldMkLst>
        <pc:spChg chg="mod">
          <ac:chgData name="Connor Beaton" userId="e4f10ab723b0bde1" providerId="LiveId" clId="{368ACD27-F193-478B-AE55-3FE472970B38}" dt="2025-09-26T22:40:15.526" v="1970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Connor Beaton" userId="e4f10ab723b0bde1" providerId="LiveId" clId="{368ACD27-F193-478B-AE55-3FE472970B38}" dt="2025-09-26T22:38:50.276" v="1773" actId="20577"/>
        <pc:sldMkLst>
          <pc:docMk/>
          <pc:sldMk cId="0" sldId="260"/>
        </pc:sldMkLst>
        <pc:spChg chg="mod">
          <ac:chgData name="Connor Beaton" userId="e4f10ab723b0bde1" providerId="LiveId" clId="{368ACD27-F193-478B-AE55-3FE472970B38}" dt="2025-09-26T22:38:50.276" v="1773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Connor Beaton" userId="e4f10ab723b0bde1" providerId="LiveId" clId="{368ACD27-F193-478B-AE55-3FE472970B38}" dt="2025-09-26T22:35:57.415" v="1225" actId="20577"/>
        <pc:sldMkLst>
          <pc:docMk/>
          <pc:sldMk cId="0" sldId="261"/>
        </pc:sldMkLst>
        <pc:spChg chg="mod">
          <ac:chgData name="Connor Beaton" userId="e4f10ab723b0bde1" providerId="LiveId" clId="{368ACD27-F193-478B-AE55-3FE472970B38}" dt="2025-09-26T22:35:57.415" v="1225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Connor Beaton" userId="e4f10ab723b0bde1" providerId="LiveId" clId="{368ACD27-F193-478B-AE55-3FE472970B38}" dt="2025-09-26T22:41:56.487" v="2354" actId="20577"/>
        <pc:sldMkLst>
          <pc:docMk/>
          <pc:sldMk cId="0" sldId="262"/>
        </pc:sldMkLst>
        <pc:spChg chg="mod">
          <ac:chgData name="Connor Beaton" userId="e4f10ab723b0bde1" providerId="LiveId" clId="{368ACD27-F193-478B-AE55-3FE472970B38}" dt="2025-09-26T22:41:56.487" v="2354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Connor Beaton" userId="e4f10ab723b0bde1" providerId="LiveId" clId="{368ACD27-F193-478B-AE55-3FE472970B38}" dt="2025-09-26T22:30:53.766" v="856" actId="20577"/>
        <pc:sldMkLst>
          <pc:docMk/>
          <pc:sldMk cId="0" sldId="263"/>
        </pc:sldMkLst>
        <pc:spChg chg="mod">
          <ac:chgData name="Connor Beaton" userId="e4f10ab723b0bde1" providerId="LiveId" clId="{368ACD27-F193-478B-AE55-3FE472970B38}" dt="2025-09-26T22:30:53.766" v="856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add mod">
        <pc:chgData name="Connor Beaton" userId="e4f10ab723b0bde1" providerId="LiveId" clId="{368ACD27-F193-478B-AE55-3FE472970B38}" dt="2025-09-26T22:37:22.305" v="1484" actId="20577"/>
        <pc:sldMkLst>
          <pc:docMk/>
          <pc:sldMk cId="1435870582" sldId="264"/>
        </pc:sldMkLst>
        <pc:spChg chg="mod">
          <ac:chgData name="Connor Beaton" userId="e4f10ab723b0bde1" providerId="LiveId" clId="{368ACD27-F193-478B-AE55-3FE472970B38}" dt="2025-09-26T22:37:22.305" v="1484" actId="20577"/>
          <ac:spMkLst>
            <pc:docMk/>
            <pc:sldMk cId="1435870582" sldId="264"/>
            <ac:spMk id="3" creationId="{94A53E5B-F913-9088-F9DF-B53AB25F53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Arthur: </a:t>
            </a:r>
            <a:r>
              <a:rPr lang="en-US" dirty="0"/>
              <a:t>Turnkey Financial Engine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Black Hole Enterprises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Markets are noisy and unpredictable. Existing models fail because they are assumption heavy and brittle.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Arthur turns raw timeseries into signals across any asset class without any assumptions baked in.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B-S heuristic above 48% on M1 and higher, hovering around 50%</a:t>
            </a:r>
          </a:p>
          <a:p>
            <a:r>
              <a:rPr lang="en-US" dirty="0"/>
              <a:t>Demo model data</a:t>
            </a:r>
          </a:p>
          <a:p>
            <a:r>
              <a:rPr lang="en-US" dirty="0" err="1"/>
              <a:t>Backtesting</a:t>
            </a:r>
            <a:r>
              <a:rPr lang="en-US" dirty="0"/>
              <a:t> data? Maybe?</a:t>
            </a:r>
          </a:p>
          <a:p>
            <a:r>
              <a:rPr lang="en-US" dirty="0"/>
              <a:t>Need to test data for the proof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Modular and agnostic design works across assets , vendors, and platforms. It scales intelligence, not just information exposure.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MVP – USDJPY </a:t>
            </a:r>
          </a:p>
          <a:p>
            <a:r>
              <a:rPr lang="en-US" dirty="0"/>
              <a:t>FX – Add other pairs</a:t>
            </a:r>
          </a:p>
          <a:p>
            <a:r>
              <a:rPr lang="en-US" dirty="0"/>
              <a:t>Hive – Multi Agent RL , CI/CD</a:t>
            </a:r>
          </a:p>
          <a:p>
            <a:r>
              <a:rPr lang="en-US" dirty="0"/>
              <a:t>General – Add other assets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 Founders:</a:t>
            </a:r>
          </a:p>
          <a:p>
            <a:pPr lvl="1"/>
            <a:r>
              <a:rPr lang="en-US" dirty="0"/>
              <a:t>Bryan </a:t>
            </a:r>
            <a:r>
              <a:rPr lang="en-US" dirty="0" err="1"/>
              <a:t>Musicar</a:t>
            </a:r>
            <a:r>
              <a:rPr lang="en-US" dirty="0"/>
              <a:t> &amp; Connor Beaton</a:t>
            </a:r>
          </a:p>
          <a:p>
            <a:r>
              <a:rPr lang="en-US" dirty="0"/>
              <a:t>CEO:</a:t>
            </a:r>
          </a:p>
          <a:p>
            <a:pPr lvl="1"/>
            <a:r>
              <a:rPr lang="en-US" dirty="0"/>
              <a:t>Bryan </a:t>
            </a:r>
            <a:r>
              <a:rPr lang="en-US" dirty="0" err="1"/>
              <a:t>Musicar</a:t>
            </a:r>
            <a:endParaRPr lang="en-US" dirty="0"/>
          </a:p>
          <a:p>
            <a:pPr lvl="1"/>
            <a:r>
              <a:rPr lang="en-US" dirty="0"/>
              <a:t>Bryan will tell me</a:t>
            </a:r>
          </a:p>
          <a:p>
            <a:r>
              <a:rPr lang="en-US" dirty="0"/>
              <a:t>CTO:</a:t>
            </a:r>
          </a:p>
          <a:p>
            <a:pPr lvl="1"/>
            <a:r>
              <a:rPr lang="en-US" dirty="0"/>
              <a:t>Connor Beaton</a:t>
            </a:r>
          </a:p>
          <a:p>
            <a:pPr lvl="1"/>
            <a:r>
              <a:rPr lang="en-US" dirty="0"/>
              <a:t>Background in Experimental Math &amp; Comp Sci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total check written for liquid, books, hardware, software if needed , cloud needs, cybersecurity needs, any thing else.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173</Words>
  <Application>Microsoft Office PowerPoint</Application>
  <PresentationFormat>On-screen Show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Arthur: Turnkey Financial Engine</vt:lpstr>
      <vt:lpstr>Problem</vt:lpstr>
      <vt:lpstr>Solution</vt:lpstr>
      <vt:lpstr>Proof</vt:lpstr>
      <vt:lpstr>Advantage</vt:lpstr>
      <vt:lpstr>Roadmap</vt:lpstr>
      <vt:lpstr>Team</vt:lpstr>
      <vt:lpstr>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Connor Beaton</cp:lastModifiedBy>
  <cp:revision>2</cp:revision>
  <dcterms:created xsi:type="dcterms:W3CDTF">2013-01-27T09:14:16Z</dcterms:created>
  <dcterms:modified xsi:type="dcterms:W3CDTF">2025-09-26T22:47:32Z</dcterms:modified>
  <cp:category/>
</cp:coreProperties>
</file>